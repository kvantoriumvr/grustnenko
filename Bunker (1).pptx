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670550" cx="10080625"/>
  <p:notesSz cx="7559675" cy="10691800"/>
  <p:embeddedFontLst>
    <p:embeddedFont>
      <p:font typeface="Noto Sa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NotoSans-italic.fntdata"/><Relationship Id="rId10" Type="http://schemas.openxmlformats.org/officeDocument/2006/relationships/font" Target="fonts/NotoSans-bold.fntdata"/><Relationship Id="rId12" Type="http://schemas.openxmlformats.org/officeDocument/2006/relationships/font" Target="fonts/NotoSans-boldItalic.fntdata"/><Relationship Id="rId9" Type="http://schemas.openxmlformats.org/officeDocument/2006/relationships/font" Target="fonts/Noto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eshes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 txBox="1"/>
          <p:nvPr>
            <p:ph type="title"/>
          </p:nvPr>
        </p:nvSpPr>
        <p:spPr>
          <a:xfrm>
            <a:off x="720000" y="576000"/>
            <a:ext cx="8640000" cy="2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Noto Sans"/>
              <a:buNone/>
              <a:defRPr b="1" i="0" sz="7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2"/>
          <p:cNvSpPr txBox="1"/>
          <p:nvPr>
            <p:ph idx="1" type="body"/>
          </p:nvPr>
        </p:nvSpPr>
        <p:spPr>
          <a:xfrm>
            <a:off x="720000" y="3312000"/>
            <a:ext cx="6840000" cy="19800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eshes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"/>
          <p:cNvSpPr txBox="1"/>
          <p:nvPr>
            <p:ph type="title"/>
          </p:nvPr>
        </p:nvSpPr>
        <p:spPr>
          <a:xfrm>
            <a:off x="720000" y="576000"/>
            <a:ext cx="8640000" cy="2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Noto Sans"/>
              <a:buNone/>
              <a:defRPr b="1" i="0" sz="7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720000" y="3312000"/>
            <a:ext cx="6840000" cy="19800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619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9718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dnightblue">
  <p:cSld name="Midnightblu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5400000"/>
            <a:ext cx="10080000" cy="270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Google Shape;16;p4"/>
          <p:cNvSpPr/>
          <p:nvPr/>
        </p:nvSpPr>
        <p:spPr>
          <a:xfrm>
            <a:off x="0" y="0"/>
            <a:ext cx="10080000" cy="1215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9315000" y="5175000"/>
            <a:ext cx="450000" cy="450000"/>
          </a:xfrm>
          <a:prstGeom prst="ellipse">
            <a:avLst/>
          </a:prstGeom>
          <a:solidFill>
            <a:srgbClr val="1ABC9C"/>
          </a:solidFill>
          <a:ln cap="flat" cmpd="sng" w="9525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"/>
              <a:buNone/>
              <a:defRPr b="1" i="0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718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80"/>
              <a:buFont typeface="Noto Sans Symbols"/>
              <a:buChar char="●"/>
              <a:defRPr b="1" i="0" sz="2400" u="none" cap="none" strike="noStrike">
                <a:solidFill>
                  <a:srgbClr val="2C3E50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28612" lvl="1" marL="914400" marR="0" rtl="0" algn="l">
              <a:spcBef>
                <a:spcPts val="1057"/>
              </a:spcBef>
              <a:spcAft>
                <a:spcPts val="0"/>
              </a:spcAft>
              <a:buClr>
                <a:srgbClr val="2C3E50"/>
              </a:buClr>
              <a:buSzPts val="1575"/>
              <a:buFont typeface="Noto Sans Symbols"/>
              <a:buChar char="−"/>
              <a:defRPr b="0" i="0" sz="2100" u="none" cap="none" strike="noStrike">
                <a:solidFill>
                  <a:srgbClr val="2C3E50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8003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2C3E5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2C3E50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0037" lvl="3" marL="1828800" marR="0" rtl="0" algn="l">
              <a:spcBef>
                <a:spcPts val="635"/>
              </a:spcBef>
              <a:spcAft>
                <a:spcPts val="0"/>
              </a:spcAft>
              <a:buClr>
                <a:srgbClr val="2C3E50"/>
              </a:buClr>
              <a:buSzPts val="1125"/>
              <a:buFont typeface="Noto Sans Symbols"/>
              <a:buChar char="−"/>
              <a:defRPr b="0" i="0" sz="1500" u="none" cap="none" strike="noStrike">
                <a:solidFill>
                  <a:srgbClr val="2C3E50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71462" lvl="4" marL="2286000" marR="0" rtl="0" algn="l">
              <a:spcBef>
                <a:spcPts val="425"/>
              </a:spcBef>
              <a:spcAft>
                <a:spcPts val="0"/>
              </a:spcAft>
              <a:buClr>
                <a:srgbClr val="2C3E50"/>
              </a:buClr>
              <a:buSzPts val="675"/>
              <a:buFont typeface="Noto Sans Symbols"/>
              <a:buChar char="●"/>
              <a:defRPr b="0" i="0" sz="1500" u="none" cap="none" strike="noStrike">
                <a:solidFill>
                  <a:srgbClr val="2C3E50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71462" lvl="5" marL="2743200" marR="0" rtl="0" algn="l">
              <a:spcBef>
                <a:spcPts val="213"/>
              </a:spcBef>
              <a:spcAft>
                <a:spcPts val="0"/>
              </a:spcAft>
              <a:buClr>
                <a:srgbClr val="2C3E50"/>
              </a:buClr>
              <a:buSzPts val="675"/>
              <a:buFont typeface="Noto Sans Symbols"/>
              <a:buChar char="●"/>
              <a:defRPr b="0" i="0" sz="1500" u="none" cap="none" strike="noStrike">
                <a:solidFill>
                  <a:srgbClr val="2C3E50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71462" lvl="6" marL="3200400" marR="0" rtl="0" algn="l">
              <a:spcBef>
                <a:spcPts val="213"/>
              </a:spcBef>
              <a:spcAft>
                <a:spcPts val="0"/>
              </a:spcAft>
              <a:buClr>
                <a:srgbClr val="2C3E50"/>
              </a:buClr>
              <a:buSzPts val="675"/>
              <a:buFont typeface="Noto Sans Symbols"/>
              <a:buChar char="●"/>
              <a:defRPr b="0" i="0" sz="1500" u="none" cap="none" strike="noStrike">
                <a:solidFill>
                  <a:srgbClr val="2C3E50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213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9180000" y="5175000"/>
            <a:ext cx="72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dnightblue1">
  <p:cSld name="Midnightblue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cap="flat" cmpd="sng" w="9525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"/>
              <a:buNone/>
              <a:defRPr b="1" i="0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655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635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425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213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213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213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dnightblue2">
  <p:cSld name="Midnightblue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2520000" y="1350000"/>
            <a:ext cx="5040000" cy="1890000"/>
          </a:xfrm>
          <a:prstGeom prst="wedgeRectCallout">
            <a:avLst>
              <a:gd fmla="val -34032" name="adj1"/>
              <a:gd fmla="val 132916" name="adj2"/>
            </a:avLst>
          </a:prstGeom>
          <a:solidFill>
            <a:srgbClr val="FFFFFF"/>
          </a:solidFill>
          <a:ln cap="flat" cmpd="sng" w="720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600" lIns="120600" spcFirstLastPara="1" rIns="120600" wrap="square" tIns="75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 strike="noStrike">
              <a:solidFill>
                <a:srgbClr val="2C3E5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700"/>
              <a:buFont typeface="Noto Sans"/>
              <a:buNone/>
              <a:defRPr b="1" i="0" sz="2700" u="none" cap="none" strike="noStrike">
                <a:solidFill>
                  <a:srgbClr val="2C3E50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655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635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425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213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213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213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ctr">
              <a:spcBef>
                <a:spcPts val="0"/>
              </a:spcBef>
              <a:buClr>
                <a:srgbClr val="FFFFFF"/>
              </a:buClr>
              <a:buSzPts val="1800"/>
              <a:buFont typeface="Noto Sans"/>
              <a:buNone/>
              <a:defRPr b="1" sz="180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2" y="0"/>
            <a:ext cx="10080624" cy="59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 txBox="1"/>
          <p:nvPr>
            <p:ph type="title"/>
          </p:nvPr>
        </p:nvSpPr>
        <p:spPr>
          <a:xfrm>
            <a:off x="881350" y="2353270"/>
            <a:ext cx="93600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Noto Sans"/>
              <a:buNone/>
            </a:pPr>
            <a:r>
              <a:rPr lang="ru" sz="6700" u="none" strike="noStrike">
                <a:solidFill>
                  <a:srgbClr val="3465A4"/>
                </a:solidFill>
              </a:rPr>
              <a:t>«Bunker»</a:t>
            </a:r>
            <a:endParaRPr sz="6700" u="none" strike="noStrike">
              <a:solidFill>
                <a:srgbClr val="3465A4"/>
              </a:solidFill>
            </a:endParaRPr>
          </a:p>
        </p:txBody>
      </p:sp>
      <p:sp>
        <p:nvSpPr>
          <p:cNvPr id="45" name="Google Shape;45;p7"/>
          <p:cNvSpPr txBox="1"/>
          <p:nvPr>
            <p:ph idx="1" type="subTitle"/>
          </p:nvPr>
        </p:nvSpPr>
        <p:spPr>
          <a:xfrm>
            <a:off x="993625" y="3570100"/>
            <a:ext cx="9360000" cy="14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"/>
              <a:buNone/>
            </a:pPr>
            <a:r>
              <a:rPr b="0" i="0" lang="ru" sz="3200" u="none" cap="none" strike="noStrike">
                <a:solidFill>
                  <a:srgbClr val="729FCF"/>
                </a:solidFill>
                <a:latin typeface="Noto Sans"/>
                <a:ea typeface="Noto Sans"/>
                <a:cs typeface="Noto Sans"/>
                <a:sym typeface="Noto Sans"/>
              </a:rPr>
              <a:t>Информация о проекте</a:t>
            </a:r>
            <a:endParaRPr b="0" i="0" sz="3200" u="none" cap="none" strike="noStrike">
              <a:solidFill>
                <a:srgbClr val="729FC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080624" cy="604837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>
            <p:ph type="title"/>
          </p:nvPr>
        </p:nvSpPr>
        <p:spPr>
          <a:xfrm>
            <a:off x="2342050" y="1050700"/>
            <a:ext cx="7795800" cy="17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Noto Sans"/>
              <a:buNone/>
            </a:pPr>
            <a:r>
              <a:rPr b="1" lang="ru" sz="4800" u="none" strike="noStrike">
                <a:solidFill>
                  <a:srgbClr val="1155CC"/>
                </a:solidFill>
                <a:latin typeface="Noto Sans"/>
                <a:ea typeface="Noto Sans"/>
                <a:cs typeface="Noto Sans"/>
                <a:sym typeface="Noto Sans"/>
              </a:rPr>
              <a:t>Что реализовано?</a:t>
            </a:r>
            <a:endParaRPr b="1" sz="4800" u="none" strike="noStrike">
              <a:solidFill>
                <a:srgbClr val="1155C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907165" y="2924670"/>
            <a:ext cx="68400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25000" lnSpcReduction="20000"/>
          </a:bodyPr>
          <a:lstStyle/>
          <a:p>
            <a:pPr indent="-361054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3061"/>
              <a:buFont typeface="Noto Sans Symbols"/>
              <a:buChar char="●"/>
            </a:pPr>
            <a:r>
              <a:rPr b="0" i="0" lang="ru" sz="6494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rPr>
              <a:t>Репозиторий на Github со всеми данными</a:t>
            </a:r>
            <a:endParaRPr b="0" i="0" sz="6494" u="none" cap="none" strike="noStrike">
              <a:solidFill>
                <a:schemeClr val="accen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61054" lvl="0" marL="432000" marR="0" rtl="0" algn="l">
              <a:spcBef>
                <a:spcPts val="1417"/>
              </a:spcBef>
              <a:spcAft>
                <a:spcPts val="0"/>
              </a:spcAft>
              <a:buClr>
                <a:schemeClr val="accent2"/>
              </a:buClr>
              <a:buSzPct val="83061"/>
              <a:buFont typeface="Noto Sans Symbols"/>
              <a:buChar char="●"/>
            </a:pPr>
            <a:r>
              <a:rPr b="0" i="0" lang="ru" sz="6494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rPr>
              <a:t>Макет карты, </a:t>
            </a:r>
            <a:r>
              <a:rPr lang="ru" sz="6494">
                <a:solidFill>
                  <a:schemeClr val="accent2"/>
                </a:solidFill>
              </a:rPr>
              <a:t>разделенный</a:t>
            </a:r>
            <a:r>
              <a:rPr b="0" i="0" lang="ru" sz="6494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rPr>
              <a:t> на комнаты. Сейчас мы проводим их оформление.</a:t>
            </a:r>
            <a:endParaRPr b="0" i="0" sz="6494" u="none" cap="none" strike="noStrike">
              <a:solidFill>
                <a:schemeClr val="accen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61054" lvl="0" marL="432000" marR="0" rtl="0" algn="l">
              <a:spcBef>
                <a:spcPts val="1417"/>
              </a:spcBef>
              <a:spcAft>
                <a:spcPts val="0"/>
              </a:spcAft>
              <a:buClr>
                <a:schemeClr val="accent2"/>
              </a:buClr>
              <a:buSzPct val="83061"/>
              <a:buFont typeface="Noto Sans Symbols"/>
              <a:buChar char="●"/>
            </a:pPr>
            <a:r>
              <a:rPr b="0" i="0" lang="ru" sz="6494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rPr>
              <a:t>Создано и найдено большинство необходимых моделей.</a:t>
            </a:r>
            <a:endParaRPr b="0" i="0" sz="6494" u="none" cap="none" strike="noStrike">
              <a:solidFill>
                <a:schemeClr val="accen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61054" lvl="0" marL="431999" marR="0" rtl="0" algn="l">
              <a:spcBef>
                <a:spcPts val="1417"/>
              </a:spcBef>
              <a:spcAft>
                <a:spcPts val="0"/>
              </a:spcAft>
              <a:buClr>
                <a:schemeClr val="accent2"/>
              </a:buClr>
              <a:buSzPct val="83061"/>
              <a:buFont typeface="Noto Sans Symbols"/>
              <a:buChar char="●"/>
            </a:pPr>
            <a:r>
              <a:rPr b="0" i="0" lang="ru" sz="6494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rPr>
              <a:t>Примерное меню, однако оно ещё не совместимо с vr.</a:t>
            </a:r>
            <a:endParaRPr b="0" i="0" sz="6494" u="none" cap="none" strike="noStrike">
              <a:solidFill>
                <a:schemeClr val="accen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78516" lvl="0" marL="432000" marR="0" rtl="0" algn="l">
              <a:spcBef>
                <a:spcPts val="1417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●"/>
            </a:pPr>
            <a:r>
              <a:rPr lang="ru" sz="6494">
                <a:solidFill>
                  <a:schemeClr val="accent2"/>
                </a:solidFill>
              </a:rPr>
              <a:t>NPC</a:t>
            </a:r>
            <a:endParaRPr sz="6494">
              <a:solidFill>
                <a:schemeClr val="accent2"/>
              </a:solidFill>
            </a:endParaRPr>
          </a:p>
          <a:p>
            <a:pPr indent="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080624" cy="604837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/>
          <p:nvPr>
            <p:ph type="title"/>
          </p:nvPr>
        </p:nvSpPr>
        <p:spPr>
          <a:xfrm>
            <a:off x="2358025" y="1628175"/>
            <a:ext cx="73065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80"/>
              <a:buFont typeface="Noto Sans"/>
              <a:buNone/>
            </a:pPr>
            <a:r>
              <a:rPr b="1" lang="ru" sz="4800" u="none" strike="noStrike">
                <a:solidFill>
                  <a:srgbClr val="1155CC"/>
                </a:solidFill>
                <a:latin typeface="Noto Sans"/>
                <a:ea typeface="Noto Sans"/>
                <a:cs typeface="Noto Sans"/>
                <a:sym typeface="Noto Sans"/>
              </a:rPr>
              <a:t>Что планируется реализовать?</a:t>
            </a:r>
            <a:endParaRPr b="1" sz="4800" u="none" strike="noStrike">
              <a:solidFill>
                <a:srgbClr val="1155C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720000" y="3312000"/>
            <a:ext cx="68400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9999"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45000"/>
              <a:buFont typeface="Noto Sans Symbols"/>
              <a:buChar char="●"/>
            </a:pPr>
            <a:r>
              <a:rPr b="0" i="0" lang="ru" sz="2000" u="none" cap="none" strike="noStrike">
                <a:solidFill>
                  <a:srgbClr val="3C78D8"/>
                </a:solidFill>
                <a:latin typeface="Noto Sans"/>
                <a:ea typeface="Noto Sans"/>
                <a:cs typeface="Noto Sans"/>
                <a:sym typeface="Noto Sans"/>
              </a:rPr>
              <a:t>Оформление всех комнат.</a:t>
            </a:r>
            <a:endParaRPr b="0" i="0" sz="2000" u="none" cap="none" strike="noStrike">
              <a:solidFill>
                <a:srgbClr val="3C78D8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3C78D8"/>
              </a:buClr>
              <a:buSzPct val="45000"/>
              <a:buFont typeface="Noto Sans Symbols"/>
              <a:buChar char="●"/>
            </a:pPr>
            <a:r>
              <a:rPr b="0" i="0" lang="ru" sz="2000" u="none" cap="none" strike="noStrike">
                <a:solidFill>
                  <a:srgbClr val="3C78D8"/>
                </a:solidFill>
                <a:latin typeface="Noto Sans"/>
                <a:ea typeface="Noto Sans"/>
                <a:cs typeface="Noto Sans"/>
                <a:sym typeface="Noto Sans"/>
              </a:rPr>
              <a:t>Совместимость меню с vr.</a:t>
            </a:r>
            <a:endParaRPr b="0" i="0" sz="2000" u="none" cap="none" strike="noStrike">
              <a:solidFill>
                <a:srgbClr val="3C78D8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3C78D8"/>
              </a:buClr>
              <a:buSzPct val="45000"/>
              <a:buFont typeface="Noto Sans Symbols"/>
              <a:buChar char="●"/>
            </a:pPr>
            <a:r>
              <a:rPr b="0" i="0" lang="ru" sz="2000" u="none" cap="none" strike="noStrike">
                <a:solidFill>
                  <a:srgbClr val="3C78D8"/>
                </a:solidFill>
                <a:latin typeface="Noto Sans"/>
                <a:ea typeface="Noto Sans"/>
                <a:cs typeface="Noto Sans"/>
                <a:sym typeface="Noto Sans"/>
              </a:rPr>
              <a:t>Необходимые для игровых процессов скрипты.</a:t>
            </a:r>
            <a:endParaRPr b="0" i="0" sz="2000" u="none" cap="none" strike="noStrike">
              <a:solidFill>
                <a:srgbClr val="3C78D8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3C78D8"/>
              </a:buClr>
              <a:buSzPct val="45000"/>
              <a:buFont typeface="Noto Sans Symbols"/>
              <a:buChar char="●"/>
            </a:pPr>
            <a:r>
              <a:rPr b="0" i="0" lang="ru" sz="2000" u="none" cap="none" strike="noStrike">
                <a:solidFill>
                  <a:srgbClr val="3C78D8"/>
                </a:solidFill>
                <a:latin typeface="Noto Sans"/>
                <a:ea typeface="Noto Sans"/>
                <a:cs typeface="Noto Sans"/>
                <a:sym typeface="Noto Sans"/>
              </a:rPr>
              <a:t>Создать </a:t>
            </a:r>
            <a:r>
              <a:rPr lang="ru" sz="2000">
                <a:solidFill>
                  <a:srgbClr val="3C78D8"/>
                </a:solidFill>
              </a:rPr>
              <a:t>четкий</a:t>
            </a:r>
            <a:r>
              <a:rPr b="0" i="0" lang="ru" sz="2000" u="none" cap="none" strike="noStrike">
                <a:solidFill>
                  <a:srgbClr val="3C78D8"/>
                </a:solidFill>
                <a:latin typeface="Noto Sans"/>
                <a:ea typeface="Noto Sans"/>
                <a:cs typeface="Noto Sans"/>
                <a:sym typeface="Noto Sans"/>
              </a:rPr>
              <a:t> план продвижения по локации, написать сюжет.</a:t>
            </a:r>
            <a:endParaRPr b="0" i="0" sz="2000" u="none" cap="none" strike="noStrike">
              <a:solidFill>
                <a:srgbClr val="3C78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080624" cy="604837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0"/>
          <p:cNvSpPr txBox="1"/>
          <p:nvPr>
            <p:ph type="title"/>
          </p:nvPr>
        </p:nvSpPr>
        <p:spPr>
          <a:xfrm>
            <a:off x="2398150" y="1074775"/>
            <a:ext cx="7539300" cy="20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50000"/>
              <a:buFont typeface="Noto Sans"/>
              <a:buNone/>
            </a:pPr>
            <a:r>
              <a:rPr b="1" lang="ru" sz="4800" u="none" strike="noStrike">
                <a:solidFill>
                  <a:srgbClr val="1155CC"/>
                </a:solidFill>
                <a:latin typeface="Noto Sans"/>
                <a:ea typeface="Noto Sans"/>
                <a:cs typeface="Noto Sans"/>
                <a:sym typeface="Noto Sans"/>
              </a:rPr>
              <a:t>Какими инструментами мы пользуемся?</a:t>
            </a:r>
            <a:endParaRPr b="1" sz="4800" u="none" strike="noStrike">
              <a:solidFill>
                <a:srgbClr val="1155C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720000" y="3312000"/>
            <a:ext cx="302544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900"/>
              <a:buFont typeface="Noto Sans Symbols"/>
              <a:buChar char="●"/>
            </a:pPr>
            <a:r>
              <a:rPr b="0" i="0" lang="ru" sz="2000" u="none" cap="none" strike="noStrike">
                <a:solidFill>
                  <a:srgbClr val="3C78D8"/>
                </a:solidFill>
                <a:latin typeface="Noto Sans"/>
                <a:ea typeface="Noto Sans"/>
                <a:cs typeface="Noto Sans"/>
                <a:sym typeface="Noto Sans"/>
              </a:rPr>
              <a:t>Github</a:t>
            </a:r>
            <a:endParaRPr b="0" i="0" sz="2000" u="none" cap="none" strike="noStrike">
              <a:solidFill>
                <a:srgbClr val="3C78D8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3C78D8"/>
              </a:buClr>
              <a:buSzPts val="900"/>
              <a:buFont typeface="Noto Sans Symbols"/>
              <a:buChar char="●"/>
            </a:pPr>
            <a:r>
              <a:rPr b="0" i="0" lang="ru" sz="2000" u="none" cap="none" strike="noStrike">
                <a:solidFill>
                  <a:srgbClr val="3C78D8"/>
                </a:solidFill>
                <a:latin typeface="Noto Sans"/>
                <a:ea typeface="Noto Sans"/>
                <a:cs typeface="Noto Sans"/>
                <a:sym typeface="Noto Sans"/>
              </a:rPr>
              <a:t>Blender</a:t>
            </a:r>
            <a:endParaRPr b="0" i="0" sz="2000" u="none" cap="none" strike="noStrike">
              <a:solidFill>
                <a:srgbClr val="3C78D8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3C78D8"/>
              </a:buClr>
              <a:buSzPts val="900"/>
              <a:buFont typeface="Noto Sans Symbols"/>
              <a:buChar char="●"/>
            </a:pPr>
            <a:r>
              <a:rPr b="0" i="0" lang="ru" sz="2000" u="none" cap="none" strike="noStrike">
                <a:solidFill>
                  <a:srgbClr val="3C78D8"/>
                </a:solidFill>
                <a:latin typeface="Noto Sans"/>
                <a:ea typeface="Noto Sans"/>
                <a:cs typeface="Noto Sans"/>
                <a:sym typeface="Noto Sans"/>
              </a:rPr>
              <a:t>Unity</a:t>
            </a:r>
            <a:endParaRPr b="0" i="0" sz="2000" u="none" cap="none" strike="noStrike">
              <a:solidFill>
                <a:srgbClr val="3C78D8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3C78D8"/>
              </a:buClr>
              <a:buSzPts val="900"/>
              <a:buFont typeface="Noto Sans Symbols"/>
              <a:buChar char="●"/>
            </a:pPr>
            <a:r>
              <a:rPr b="0" i="0" lang="ru" sz="2000" u="none" cap="none" strike="noStrike">
                <a:solidFill>
                  <a:srgbClr val="3C78D8"/>
                </a:solidFill>
                <a:latin typeface="Noto Sans"/>
                <a:ea typeface="Noto Sans"/>
                <a:cs typeface="Noto Sans"/>
                <a:sym typeface="Noto Sans"/>
              </a:rPr>
              <a:t>Visual studio 2022</a:t>
            </a:r>
            <a:endParaRPr b="0" i="0" sz="2000" u="none" cap="none" strike="noStrike">
              <a:solidFill>
                <a:srgbClr val="3C78D8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rgbClr val="3C78D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67" name="Google Shape;6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6650" y="4432725"/>
            <a:ext cx="490325" cy="49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4727" y="4056855"/>
            <a:ext cx="490325" cy="490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1597" y="3655906"/>
            <a:ext cx="490325" cy="400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87561" y="3165575"/>
            <a:ext cx="490325" cy="4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